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SATHANDHURKES: Good day esteemed judges and fellow participants. We are Team Hellfire Club, and today Harshika and I are proud to present SafeCircle.</a:t>
            </a:r>
          </a:p>
          <a:p/>
          <a:p>
            <a:r>
              <a:t>HARSHIKA: SafeCircle is an intelligent personal safety platform built from the ground up on one core thesis: 'Presence in a safety circle does not grant blanket access to your private life.' Today we will show you not just slides, but a live, three-device demonstration connecting a commuter, Mom, and Dad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HARSHIKA: Every single day, women face a toxic trade-off: surrender your privacy 24/7 to family members, or turn off tracking and travel completely unprotected. Life360 and Find My treat young women like cargo to be tracked continuously.</a:t>
            </a:r>
          </a:p>
          <a:p/>
          <a:p>
            <a:r>
              <a:t>SATHANDHURKES: Because of this constant surveillance and battery drain, women simply turn off location permissions. And that is when tragedies happen: when the tracking is off, you have zero emergency response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SATHANDHURKES: Here is our architectural paradigm shift. In SafeCircle, safety is not a binary switch. It is progressive and mathematical.</a:t>
            </a:r>
          </a:p>
          <a:p/>
          <a:p>
            <a:r>
              <a:t>HARSHIKA: Under normal conditions, Mom and Dad simply see 'In Transit — Safe'. The backend physically filters coordinates from the payload. But if a real risk emerges, SafeCircle progressively unfolds the necessary safety telemetry without ever compromising autonomy.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SATHANDHURKES: Notice the progression here. SafeCircle calculates a mathematical risk score from 0 to 100 based on route adherence, missed check-ins, and battery level.</a:t>
            </a:r>
          </a:p>
          <a:p/>
          <a:p>
            <a:r>
              <a:t>HARSHIKA: Crucially, our backend enforces differential privacy. Mom is designated Priority 1 guardian, so in ELEVATED, she gets an approximate sector. Dad is Priority 2, so he remains on standby until full CRISIS. This prevents family panic while ensuring rapid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SATHANDHURKES: Many hackathon projects fake their demos by storing everything in local storage on a single browser tab. We built a real, distributed three-tier system.</a:t>
            </a:r>
          </a:p>
          <a:p/>
          <a:p>
            <a:r>
              <a:t>HARSHIKA: Person, Mom, and Dad are three distinct registered accounts with their own JWT sessions, linked via circle invitations in our persistent atomic database, and connected live over a sub-100ms WebSocket gateway.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HARSHIKA: In abusive or dangerous situations, an attacker may force a woman to show her phone. If they see a personal safety app, they might become violent.</a:t>
            </a:r>
          </a:p>
          <a:p/>
          <a:p>
            <a:r>
              <a:t>SATHANDHURKES: SafeCircle implements a custom native Android plugin that dynamically reconfigures the launcher icon to look like a standard Calculator or Notes app. Inside, the app functions as a real calculator. Entering 1234= unlocks the app, while typing 911= silently sends a crisis alert without alerting anyone nearby.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SATHANDHURKES: Many hackathon pitches make unbelievable claims, like tracking phones when turned off or secretly recording audio. In SafeCircle, we prioritize honest engineering.</a:t>
            </a:r>
          </a:p>
          <a:p/>
          <a:p>
            <a:r>
              <a:t>HARSHIKA: When signals die or battery drops below 5%, SafeCircle engages deterministic fallbacks: dead reckoning, last known coordinates, and server-side inactivity watchdogs that alert Mom if the phone goes dark unexpectedly.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SATHANDHURKES: Our stack is lightweight, resilient, and production ready. Frontend runs React 19 bundled inside Capacitor 7 for Android.</a:t>
            </a:r>
          </a:p>
          <a:p/>
          <a:p>
            <a:r>
              <a:t>HARSHIKA: The backend is powered by Node.js and WebSockets with an atomic persistent JSON database that runs everywhere without needing external database daemons. Every endpoint is secured with JWT and bcrypt.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SATHANDHURKES: Now, judges, let us demonstrate this live across our devices.</a:t>
            </a:r>
          </a:p>
          <a:p/>
          <a:p>
            <a:r>
              <a:t>HARSHIKA: Notice Person starts a trip. On Mom and Dad's screens, she shows as 'In Transit', but her coordinates are completely hidden. When we simulate a route deviation, risk score increases to 30. Mom gets an advisory, but still no GPS.</a:t>
            </a:r>
          </a:p>
          <a:p/>
          <a:p>
            <a:r>
              <a:t>SATHANDHURKES: Only when we trigger Crisis SOS do both parents receive the exact pin and medical info. And when Person taps 'I Am Safe', all tracking instantly disappears.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HARSHIKA: SafeCircle is more than an app; it is a philosophy that safety and privacy are not opposing forces. They must reinforce each other.</a:t>
            </a:r>
          </a:p>
          <a:p/>
          <a:p>
            <a:r>
              <a:t>SATHANDHURKES: We thank the judges and audience for your time. Harshika and I are ready to answer any questions or dive into any component of the live code or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3840480" cy="45720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E11D48"/>
                </a:solidFill>
              </a:defRPr>
            </a:pPr>
            <a:r>
              <a:t>  TEAM HELLFIRE CLUB  • 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SafeCircle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CDCE4"/>
                </a:solidFill>
              </a:defRPr>
            </a:pPr>
            <a:r>
              <a:t>Intelligent Privacy-First Personal Safety &amp; Progressive Disclosure</a:t>
            </a:r>
          </a:p>
          <a:p>
            <a:pPr>
              <a:defRPr sz="1600" i="1">
                <a:solidFill>
                  <a:srgbClr val="E11D48"/>
                </a:solidFill>
              </a:defRPr>
            </a:pPr>
            <a:r>
              <a:t>"Presence in a safety circle does not grant blanket access to your private life."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389120"/>
            <a:ext cx="10332720" cy="146304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572000"/>
            <a:ext cx="9784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CA3AF"/>
                </a:solidFill>
              </a:defRPr>
            </a:pPr>
            <a:r>
              <a:t>PRESENTED BY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Sathandhurkes &amp; Harshika</a:t>
            </a:r>
          </a:p>
          <a:p>
            <a:pPr>
              <a:defRPr sz="1300">
                <a:solidFill>
                  <a:srgbClr val="DCDCE4"/>
                </a:solidFill>
              </a:defRPr>
            </a:pPr>
            <a:r>
              <a:t>Team Hellfire Club  |  Production-Grade Hybrid Android + Real-Time Multi-Device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THE PROBLEM  |  TEAM HELLFIRE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Dilemma: Safety vs. Surveillance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438912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11D48"/>
                </a:solidFill>
              </a:defRPr>
            </a:pPr>
            <a:r>
              <a:t>78%</a:t>
            </a:r>
          </a:p>
          <a:p>
            <a:pPr>
              <a:defRPr sz="1400">
                <a:solidFill>
                  <a:srgbClr val="DCDCE4"/>
                </a:solidFill>
              </a:defRPr>
            </a:pPr>
            <a:r>
              <a:t>of women report anxiety when commuting alone at night.</a:t>
            </a:r>
            <a:br/>
            <a:br/>
            <a:r>
              <a:t>Yet, existing safety apps fail because they force an all-or-nothing choice.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The Surveillance Trap</a:t>
            </a:r>
          </a:p>
          <a:p>
            <a:pPr>
              <a:spcBef>
                <a:spcPts val="1000"/>
              </a:spcBef>
              <a:defRPr sz="1300">
                <a:solidFill>
                  <a:srgbClr val="DCDCE4"/>
                </a:solidFill>
              </a:defRPr>
            </a:pPr>
            <a:r>
              <a:t>• 24/7 Continuous GPS: Apps like Life360 &amp; Find My broadcast exact latitude &amp; longitude perpetually.</a:t>
            </a:r>
          </a:p>
          <a:p>
            <a:pPr>
              <a:spcBef>
                <a:spcPts val="1000"/>
              </a:spcBef>
              <a:defRPr sz="1300">
                <a:solidFill>
                  <a:srgbClr val="DCDCE4"/>
                </a:solidFill>
              </a:defRPr>
            </a:pPr>
            <a:r>
              <a:t>• Infantilizing &amp; Intrusive: Routine grocery stops, friend visits, and coffee breaks trigger awkward calls.</a:t>
            </a:r>
          </a:p>
          <a:p>
            <a:pPr>
              <a:spcBef>
                <a:spcPts val="1000"/>
              </a:spcBef>
              <a:defRPr sz="1300">
                <a:solidFill>
                  <a:srgbClr val="DCDCE4"/>
                </a:solidFill>
              </a:defRPr>
            </a:pPr>
            <a:r>
              <a:t>• Severe Battery Drain: Continuous background GPS tracking drains phone batteries in just a few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291840" cy="438912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11D48"/>
                </a:solidFill>
              </a:defRPr>
            </a:pPr>
            <a:r>
              <a:t>The Fatal Consequence</a:t>
            </a:r>
          </a:p>
          <a:p>
            <a:pPr>
              <a:spcBef>
                <a:spcPts val="1200"/>
              </a:spcBef>
              <a:defRPr sz="1300">
                <a:solidFill>
                  <a:srgbClr val="DCDCE4"/>
                </a:solidFill>
              </a:defRPr>
            </a:pPr>
            <a:r>
              <a:t>⚠️ Users turn tracking OFF to preserve personal autonomy and battery.</a:t>
            </a:r>
          </a:p>
          <a:p>
            <a:pPr>
              <a:spcBef>
                <a:spcPts val="1200"/>
              </a:spcBef>
              <a:defRPr sz="1300">
                <a:solidFill>
                  <a:srgbClr val="DCDCE4"/>
                </a:solidFill>
              </a:defRPr>
            </a:pPr>
            <a:r>
              <a:t>⚠️ Zero Protection: When a genuine crisis occurs, guardians have zero telemetry and no idea where they are.</a:t>
            </a:r>
          </a:p>
          <a:p>
            <a:pPr>
              <a:spcBef>
                <a:spcPts val="1200"/>
              </a:spcBef>
              <a:defRPr sz="1300">
                <a:solidFill>
                  <a:srgbClr val="DCDCE4"/>
                </a:solidFill>
              </a:defRPr>
            </a:pPr>
            <a:r>
              <a:t>⚠️ Unreliable SOS: Panic buttons fail because guardians were turned off or ignored as noise.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THE SOLUTION  |  TEAM HELLFIRE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SafeCircle Paradigm Shift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64592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39496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Traditional Safety Apps (Life360 / Find My)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SafeCircle Progressive Protection</a:t>
                      </a:r>
                    </a:p>
                  </a:txBody>
                  <a:tcPr>
                    <a:solidFill>
                      <a:srgbClr val="BE123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CDCE4"/>
                          </a:solidFill>
                        </a:defRPr>
                      </a:pPr>
                      <a:r>
                        <a:t>All-or-Nothing GPS: 24/7 continuous location broadcasting.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Progressive Disclosure: Zero coordinates revealed in Normal; unlocks dynamically only upon verified risk.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CDCE4"/>
                          </a:solidFill>
                        </a:defRPr>
                      </a:pPr>
                      <a:r>
                        <a:t>Guardian-Dictated: Parents inspect all daily routines without consent.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User-Governed Privacy: Commuter sets tiered permissions (Mom = Priority 1, Dad = Priority 2).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CDCE4"/>
                          </a:solidFill>
                        </a:defRPr>
                      </a:pPr>
                      <a:r>
                        <a:t>Frequent False Alarms: One GPS bounce sends panic notifications.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Deterministic Risk Scoring: Compounding 0–100 risk algorithm requires confirmation before alerting.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CDCE4"/>
                          </a:solidFill>
                        </a:defRPr>
                      </a:pPr>
                      <a:r>
                        <a:t>Toy Mockups / Single Device: Fake hardcoded local JSON users.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Full 3-Device Real-Time Stack: Real Person, Mom, and Dad syncing live via WebSockets.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CDCE4"/>
                          </a:solidFill>
                        </a:defRPr>
                      </a:pPr>
                      <a:r>
                        <a:t>Basic Web Wrappers: Vulnerable to phone seizure.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Native Android Discreet Mode: Dynamic activity-alias icon switcher + PIN-protected Calculator camouflage.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DYNAMIC DISCLOSURE MATRIX  |  TEAM HELLFIRE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Compounding Risk Engine &amp; Differential Privacy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2468880" cy="438912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NORMAL COMMUTE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Risk Score: 0 – 29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• Status: 'In Transit — Safe'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• Exact GPS: STRICTLY HIDDEN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• Guardians: Routine transit status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• Differential: No map rendered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• Battery: 15-minute heartbeats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CAUTION DETOUR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Risk Score: 30 – 49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• Trigger: Safe corridor detour / delay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• Status: Amber Caution indicator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• Exact GPS: STILL HIDDEN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• In-App Check-In: 'Are you safe?'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• Guardians: Advised standby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A580C"/>
                </a:solidFill>
              </a:defRPr>
            </a:pPr>
            <a:r>
              <a:t>ELEVATED RISK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Risk Score: 50 – 74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• Trigger: Missed check-in / route lost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• Mom (Priority 1): Approximate sector unlocked (1km radius)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• Dad (Priority 2): Kept on standby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• Phone: Vibrates discreet check-in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• Battery level: Shared to Mom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645920"/>
            <a:ext cx="2468880" cy="438912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t>CRISIS EMERGENCY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Risk Score: 75 – 100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• Trigger: SOS button or silent 911=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• Full Override: Mom, Dad &amp; Police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• Exact GPS: Live sub-meter pin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• Emergency Profile: Blood group, allergies, contact numbers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• Audio beacon dispatched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SYSTEM ARCHITECTURE  |  TEAM HELLFIRE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Multi-Device WebSocket Gateway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310896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DEVICE 1: COMMUTER (PERSON)</a:t>
            </a:r>
          </a:p>
          <a:p>
            <a:pPr>
              <a:spcAft>
                <a:spcPts val="800"/>
              </a:spcAft>
              <a:defRPr sz="1100" b="1">
                <a:solidFill>
                  <a:srgbClr val="E11D48"/>
                </a:solidFill>
              </a:defRPr>
            </a:pPr>
            <a:r>
              <a:t>Account: user@safecircle.app</a:t>
            </a:r>
          </a:p>
          <a:p>
            <a:pPr>
              <a:spcBef>
                <a:spcPts val="400"/>
              </a:spcBef>
              <a:defRPr sz="1100">
                <a:solidFill>
                  <a:srgbClr val="DCDCE4"/>
                </a:solidFill>
              </a:defRPr>
            </a:pPr>
            <a:r>
              <a:t>✔ Physical Android Device or PWA</a:t>
            </a:r>
          </a:p>
          <a:p>
            <a:pPr>
              <a:spcBef>
                <a:spcPts val="400"/>
              </a:spcBef>
              <a:defRPr sz="1100">
                <a:solidFill>
                  <a:srgbClr val="DCDCE4"/>
                </a:solidFill>
              </a:defRPr>
            </a:pPr>
            <a:r>
              <a:t>✔ Governs Circle permissions &amp; privacy rules</a:t>
            </a:r>
          </a:p>
          <a:p>
            <a:pPr>
              <a:spcBef>
                <a:spcPts val="400"/>
              </a:spcBef>
              <a:defRPr sz="1100">
                <a:solidFill>
                  <a:srgbClr val="DCDCE4"/>
                </a:solidFill>
              </a:defRPr>
            </a:pPr>
            <a:r>
              <a:t>✔ Starts SafePath journeys</a:t>
            </a:r>
          </a:p>
          <a:p>
            <a:pPr>
              <a:spcBef>
                <a:spcPts val="400"/>
              </a:spcBef>
              <a:defRPr sz="1100">
                <a:solidFill>
                  <a:srgbClr val="DCDCE4"/>
                </a:solidFill>
              </a:defRPr>
            </a:pPr>
            <a:r>
              <a:t>✔ Discreet Mode with PIN unlock &amp; silent SOS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310896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DEVICE 2: PRIMARY GUARDIAN (MOM)</a:t>
            </a:r>
          </a:p>
          <a:p>
            <a:pPr>
              <a:spcAft>
                <a:spcPts val="800"/>
              </a:spcAft>
              <a:defRPr sz="1100" b="1">
                <a:solidFill>
                  <a:srgbClr val="E11D48"/>
                </a:solidFill>
              </a:defRPr>
            </a:pPr>
            <a:r>
              <a:t>Account: mom@safecircle.app</a:t>
            </a:r>
          </a:p>
          <a:p>
            <a:pPr>
              <a:spcBef>
                <a:spcPts val="400"/>
              </a:spcBef>
              <a:defRPr sz="1100">
                <a:solidFill>
                  <a:srgbClr val="DCDCE4"/>
                </a:solidFill>
              </a:defRPr>
            </a:pPr>
            <a:r>
              <a:t>✔ Physical Android Device / Laptop Client</a:t>
            </a:r>
          </a:p>
          <a:p>
            <a:pPr>
              <a:spcBef>
                <a:spcPts val="400"/>
              </a:spcBef>
              <a:defRPr sz="1100">
                <a:solidFill>
                  <a:srgbClr val="DCDCE4"/>
                </a:solidFill>
              </a:defRPr>
            </a:pPr>
            <a:r>
              <a:t>✔ Designated Priority 1 Guardian</a:t>
            </a:r>
          </a:p>
          <a:p>
            <a:pPr>
              <a:spcBef>
                <a:spcPts val="400"/>
              </a:spcBef>
              <a:defRPr sz="1100">
                <a:solidFill>
                  <a:srgbClr val="DCDCE4"/>
                </a:solidFill>
              </a:defRPr>
            </a:pPr>
            <a:r>
              <a:t>✔ Receives Level 1–3 escalation alerts</a:t>
            </a:r>
          </a:p>
          <a:p>
            <a:pPr>
              <a:spcBef>
                <a:spcPts val="400"/>
              </a:spcBef>
              <a:defRPr sz="1100">
                <a:solidFill>
                  <a:srgbClr val="DCDCE4"/>
                </a:solidFill>
              </a:defRPr>
            </a:pPr>
            <a:r>
              <a:t>✔ Unlocks approximate sector in ELEVATED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291840" cy="310896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DEVICE 3: SECONDARY GUARDIAN (DAD)</a:t>
            </a:r>
          </a:p>
          <a:p>
            <a:pPr>
              <a:spcAft>
                <a:spcPts val="800"/>
              </a:spcAft>
              <a:defRPr sz="1100" b="1">
                <a:solidFill>
                  <a:srgbClr val="E11D48"/>
                </a:solidFill>
              </a:defRPr>
            </a:pPr>
            <a:r>
              <a:t>Account: dad@safecircle.app</a:t>
            </a:r>
          </a:p>
          <a:p>
            <a:pPr>
              <a:spcBef>
                <a:spcPts val="400"/>
              </a:spcBef>
              <a:defRPr sz="1100">
                <a:solidFill>
                  <a:srgbClr val="DCDCE4"/>
                </a:solidFill>
              </a:defRPr>
            </a:pPr>
            <a:r>
              <a:t>✔ Physical Android Device / Laptop Client</a:t>
            </a:r>
          </a:p>
          <a:p>
            <a:pPr>
              <a:spcBef>
                <a:spcPts val="400"/>
              </a:spcBef>
              <a:defRPr sz="1100">
                <a:solidFill>
                  <a:srgbClr val="DCDCE4"/>
                </a:solidFill>
              </a:defRPr>
            </a:pPr>
            <a:r>
              <a:t>✔ Designated Priority 2 Guardian</a:t>
            </a:r>
          </a:p>
          <a:p>
            <a:pPr>
              <a:spcBef>
                <a:spcPts val="400"/>
              </a:spcBef>
              <a:defRPr sz="1100">
                <a:solidFill>
                  <a:srgbClr val="DCDCE4"/>
                </a:solidFill>
              </a:defRPr>
            </a:pPr>
            <a:r>
              <a:t>✔ Standby in Caution &amp; Elevated states</a:t>
            </a:r>
          </a:p>
          <a:p>
            <a:pPr>
              <a:spcBef>
                <a:spcPts val="400"/>
              </a:spcBef>
              <a:defRPr sz="1100">
                <a:solidFill>
                  <a:srgbClr val="DCDCE4"/>
                </a:solidFill>
              </a:defRPr>
            </a:pPr>
            <a:r>
              <a:t>✔ Unlocks full live GPS pin in Crisis SOS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937760"/>
            <a:ext cx="10515600" cy="128016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02920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⚡ REAL-TIME WEBSOCKET GATEWAY (ws://&lt;IP&gt;:5000/ws)</a:t>
            </a:r>
          </a:p>
          <a:p>
            <a:pPr>
              <a:defRPr sz="1200">
                <a:solidFill>
                  <a:srgbClr val="DCDCE4"/>
                </a:solidFill>
              </a:defRPr>
            </a:pPr>
            <a:r>
              <a:t>All status changes, risk score updates, and escalations synchronize across all three devices in &lt;100ms. If network drops, the client automatically switches to resilient 3-second polling fallback, ensuring zero dropped SOS alerts.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NATIVE INTEGRATION  |  TEAM HELLFIRE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Native Android Discreet Mode &amp; Camouflage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120640" cy="438912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11D48"/>
                </a:solidFill>
              </a:defRPr>
            </a:pPr>
            <a:r>
              <a:t>1. Native Launcher Alias Switching</a:t>
            </a:r>
          </a:p>
          <a:p>
            <a:pPr>
              <a:spcBef>
                <a:spcPts val="800"/>
              </a:spcBef>
              <a:defRPr sz="1200">
                <a:solidFill>
                  <a:srgbClr val="DCDCE4"/>
                </a:solidFill>
              </a:defRPr>
            </a:pPr>
            <a:r>
              <a:t>• Android Activity-Alias: Configured in AndroidManifest.xml with 3 distinct launcher aliases: SafeCircle, Calculator, and Notes.</a:t>
            </a:r>
          </a:p>
          <a:p>
            <a:pPr>
              <a:spcBef>
                <a:spcPts val="800"/>
              </a:spcBef>
              <a:defRPr sz="1200">
                <a:solidFill>
                  <a:srgbClr val="DCDCE4"/>
                </a:solidFill>
              </a:defRPr>
            </a:pPr>
            <a:r>
              <a:t>• Dynamic Icon Change: Native Java plugin calls PackageManager.setComponentEnabledSetting() to swap home screen icons at runtime without killing the app.</a:t>
            </a:r>
          </a:p>
          <a:p>
            <a:pPr>
              <a:spcBef>
                <a:spcPts val="800"/>
              </a:spcBef>
              <a:defRPr sz="1200">
                <a:solidFill>
                  <a:srgbClr val="DCDCE4"/>
                </a:solidFill>
              </a:defRPr>
            </a:pPr>
            <a:r>
              <a:t>• Prying Eyes Protection: If an aggressor inspects the user's phone, the app appears as a standard utility, eliminating suspicion.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11D48"/>
                </a:solidFill>
              </a:defRPr>
            </a:pPr>
            <a:r>
              <a:t>2. Functional Calculator &amp; Secret PIN</a:t>
            </a:r>
          </a:p>
          <a:p>
            <a:pPr>
              <a:spcBef>
                <a:spcPts val="800"/>
              </a:spcBef>
              <a:defRPr sz="1200">
                <a:solidFill>
                  <a:srgbClr val="DCDCE4"/>
                </a:solidFill>
              </a:defRPr>
            </a:pPr>
            <a:r>
              <a:t>• Working Scientific Calculator: Performs real arithmetic calculations (25 * 4 = 100) to withstand manual inspection.</a:t>
            </a:r>
          </a:p>
          <a:p>
            <a:pPr>
              <a:spcBef>
                <a:spcPts val="800"/>
              </a:spcBef>
              <a:defRPr sz="1200">
                <a:solidFill>
                  <a:srgbClr val="DCDCE4"/>
                </a:solidFill>
              </a:defRPr>
            </a:pPr>
            <a:r>
              <a:t>• Private 4-Digit Unlock: Typing secret PIN (e.g. 1234) and hitting '=' silently unlocks the SafeCircle dashboard.</a:t>
            </a:r>
          </a:p>
          <a:p>
            <a:pPr>
              <a:spcBef>
                <a:spcPts val="800"/>
              </a:spcBef>
              <a:defRPr sz="1200">
                <a:solidFill>
                  <a:srgbClr val="DCDCE4"/>
                </a:solidFill>
              </a:defRPr>
            </a:pPr>
            <a:r>
              <a:t>• Silent Coercion SOS: Typing '911=' or '0000=' silently triggers a Level 4 Crisis Beacon to Mom and Dad without any screen flashing or alert sound.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TECHNICAL REALISM  |  TEAM HELLFIRE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Engineering Integrity &amp; Graceful Fallbacks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438912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11D48"/>
                </a:solidFill>
              </a:defRPr>
            </a:pPr>
            <a:r>
              <a:t>Zero False Claims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• No Power-Off Tracking</a:t>
            </a:r>
          </a:p>
          <a:p>
            <a:pPr>
              <a:defRPr sz="1100">
                <a:solidFill>
                  <a:srgbClr val="DCDCE4"/>
                </a:solidFill>
              </a:defRPr>
            </a:pPr>
            <a:r>
              <a:t>Mobile operating systems physically cut antenna power when powered down. We do not claim impossible miracles.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• No Stealth Audio Snooping</a:t>
            </a:r>
          </a:p>
          <a:p>
            <a:pPr>
              <a:defRPr sz="1100">
                <a:solidFill>
                  <a:srgbClr val="DCDCE4"/>
                </a:solidFill>
              </a:defRPr>
            </a:pPr>
            <a:r>
              <a:t>Android requires active foreground service notifications for mic access; we respect OS privacy guidelines.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• No Task Switcher Bypass</a:t>
            </a:r>
          </a:p>
          <a:p>
            <a:pPr>
              <a:defRPr sz="1100">
                <a:solidFill>
                  <a:srgbClr val="DCDCE4"/>
                </a:solidFill>
              </a:defRPr>
            </a:pPr>
            <a:r>
              <a:t>We rely on functional camouflage rather than trying to hack OS system processes.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Graceful Degradation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• GPS Lost Fallback</a:t>
            </a:r>
          </a:p>
          <a:p>
            <a:pPr>
              <a:defRPr sz="1100">
                <a:solidFill>
                  <a:srgbClr val="DCDCE4"/>
                </a:solidFill>
              </a:defRPr>
            </a:pPr>
            <a:r>
              <a:t>Dead-reckoning algorithm calculates last trajectory and broadcasts last known coordinate with accuracy radius.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• Network Disconnection</a:t>
            </a:r>
          </a:p>
          <a:p>
            <a:pPr>
              <a:defRPr sz="1100">
                <a:solidFill>
                  <a:srgbClr val="DCDCE4"/>
                </a:solidFill>
              </a:defRPr>
            </a:pPr>
            <a:r>
              <a:t>Client stores events in offline queue and falls back to SMS trigger generation.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• Battery Depletion</a:t>
            </a:r>
          </a:p>
          <a:p>
            <a:pPr>
              <a:defRPr sz="1100">
                <a:solidFill>
                  <a:srgbClr val="DCDCE4"/>
                </a:solidFill>
              </a:defRPr>
            </a:pPr>
            <a:r>
              <a:t>Last 5% battery automatically emits low-battery advisory to Mom before shutdown.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291840" cy="438912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Backend Heartbeat Guard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• 30-Second Inactivity Watchdog</a:t>
            </a:r>
          </a:p>
          <a:p>
            <a:pPr>
              <a:defRPr sz="1100">
                <a:solidFill>
                  <a:srgbClr val="DCDCE4"/>
                </a:solidFill>
              </a:defRPr>
            </a:pPr>
            <a:r>
              <a:t>If a person's phone abruptly loses connection without de-escalation, backend flags as potential emergency.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• Escalation Timer</a:t>
            </a:r>
          </a:p>
          <a:p>
            <a:pPr>
              <a:defRPr sz="1100">
                <a:solidFill>
                  <a:srgbClr val="DCDCE4"/>
                </a:solidFill>
              </a:defRPr>
            </a:pPr>
            <a:r>
              <a:t>Configurable 3-minute grace period before notifying primary guardian of signal loss.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• Server-Side Sanitization</a:t>
            </a:r>
          </a:p>
          <a:p>
            <a:pPr>
              <a:defRPr sz="1100">
                <a:solidFill>
                  <a:srgbClr val="DCDCE4"/>
                </a:solidFill>
              </a:defRPr>
            </a:pPr>
            <a:r>
              <a:t>Coordinates stripped at API gateway before sending to guardians based on tier.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TECHNOLOGY STACK  |  TEAM HELLFIRE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Modern, Lean &amp; Scalable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120640" cy="438912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11D48"/>
                </a:solidFill>
              </a:defRPr>
            </a:pPr>
            <a:r>
              <a:t>Frontend &amp; Mobile Engine</a:t>
            </a:r>
          </a:p>
          <a:p>
            <a:pPr>
              <a:spcBef>
                <a:spcPts val="800"/>
              </a:spcBef>
              <a:defRPr sz="1100">
                <a:solidFill>
                  <a:srgbClr val="DCDCE4"/>
                </a:solidFill>
              </a:defRPr>
            </a:pPr>
            <a:r>
              <a:t>✔ React 19 + Vite 6: Blazing-fast rendering, modular hook-based state management, sub-100ms HMR.</a:t>
            </a:r>
          </a:p>
          <a:p>
            <a:pPr>
              <a:spcBef>
                <a:spcPts val="800"/>
              </a:spcBef>
              <a:defRPr sz="1100">
                <a:solidFill>
                  <a:srgbClr val="DCDCE4"/>
                </a:solidFill>
              </a:defRPr>
            </a:pPr>
            <a:r>
              <a:t>✔ Tailwind CSS: Custom soft pink/rose palette (#e11d48, #be123c, #1f2937). Zero blue accents.</a:t>
            </a:r>
          </a:p>
          <a:p>
            <a:pPr>
              <a:spcBef>
                <a:spcPts val="800"/>
              </a:spcBef>
              <a:defRPr sz="1100">
                <a:solidFill>
                  <a:srgbClr val="DCDCE4"/>
                </a:solidFill>
              </a:defRPr>
            </a:pPr>
            <a:r>
              <a:t>✔ Capacitor 7 Native Runtime: Direct bridge from web view to Android native APIs and background tasks.</a:t>
            </a:r>
          </a:p>
          <a:p>
            <a:pPr>
              <a:spcBef>
                <a:spcPts val="800"/>
              </a:spcBef>
              <a:defRPr sz="1100">
                <a:solidFill>
                  <a:srgbClr val="DCDCE4"/>
                </a:solidFill>
              </a:defRPr>
            </a:pPr>
            <a:r>
              <a:t>✔ Custom Java Plugin: DiscreetModePlugin.java for dynamic Android launcher activity-alias switching.</a:t>
            </a:r>
          </a:p>
          <a:p>
            <a:pPr>
              <a:spcBef>
                <a:spcPts val="800"/>
              </a:spcBef>
              <a:defRPr sz="1100">
                <a:solidFill>
                  <a:srgbClr val="DCDCE4"/>
                </a:solidFill>
              </a:defRPr>
            </a:pPr>
            <a:r>
              <a:t>✔ Leaflet / OpenStreetMap: Precise vector map rendering with privacy perimeter sector circles.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11D48"/>
                </a:solidFill>
              </a:defRPr>
            </a:pPr>
            <a:r>
              <a:t>Backend &amp; Real-Time Gateway</a:t>
            </a:r>
          </a:p>
          <a:p>
            <a:pPr>
              <a:spcBef>
                <a:spcPts val="800"/>
              </a:spcBef>
              <a:defRPr sz="1100">
                <a:solidFill>
                  <a:srgbClr val="DCDCE4"/>
                </a:solidFill>
              </a:defRPr>
            </a:pPr>
            <a:r>
              <a:t>✔ Node.js + Express: Modular REST API with structured controllers, route validators, and error middleware.</a:t>
            </a:r>
          </a:p>
          <a:p>
            <a:pPr>
              <a:spcBef>
                <a:spcPts val="800"/>
              </a:spcBef>
              <a:defRPr sz="1100">
                <a:solidFill>
                  <a:srgbClr val="DCDCE4"/>
                </a:solidFill>
              </a:defRPr>
            </a:pPr>
            <a:r>
              <a:t>✔ Atomic Persistent JSON DB: Zero-dependency embedded datastore (safecircle_db.json). Zero MongoDB or lockup dependencies.</a:t>
            </a:r>
          </a:p>
          <a:p>
            <a:pPr>
              <a:spcBef>
                <a:spcPts val="800"/>
              </a:spcBef>
              <a:defRPr sz="1100">
                <a:solidFill>
                  <a:srgbClr val="DCDCE4"/>
                </a:solidFill>
              </a:defRPr>
            </a:pPr>
            <a:r>
              <a:t>✔ WebSocket Gateway (ws): Stateful duplex communication for instantaneous multi-device ward synchronization.</a:t>
            </a:r>
          </a:p>
          <a:p>
            <a:pPr>
              <a:spcBef>
                <a:spcPts val="800"/>
              </a:spcBef>
              <a:defRPr sz="1100">
                <a:solidFill>
                  <a:srgbClr val="DCDCE4"/>
                </a:solidFill>
              </a:defRPr>
            </a:pPr>
            <a:r>
              <a:t>✔ Authentication &amp; Security: JWT token headers, bcrypt password hashing, and real 6-digit email OTP generation.</a:t>
            </a:r>
          </a:p>
          <a:p>
            <a:pPr>
              <a:spcBef>
                <a:spcPts val="800"/>
              </a:spcBef>
              <a:defRPr sz="1100">
                <a:solidFill>
                  <a:srgbClr val="DCDCE4"/>
                </a:solidFill>
              </a:defRPr>
            </a:pPr>
            <a:r>
              <a:t>✔ Differential Privacy Filter: Server-level coordinate stripping before payload broadcast.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LIVE DEMO PROTOCOL  |  TEAM HELLFIRE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3-Device Live Hackathon Demonstration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64592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926080"/>
                <a:gridCol w="3108960"/>
                <a:gridCol w="338328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Person's Device (User)</a:t>
                      </a:r>
                    </a:p>
                  </a:txBody>
                  <a:tcPr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Mom's Screen (Guardian 1)</a:t>
                      </a:r>
                    </a:p>
                  </a:txBody>
                  <a:tcPr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Dad's Screen (Guardian 2)</a:t>
                      </a:r>
                    </a:p>
                  </a:txBody>
                  <a:tcPr>
                    <a:solidFill>
                      <a:srgbClr val="BE123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0:00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DCE4"/>
                          </a:solidFill>
                        </a:defRPr>
                      </a:pPr>
                      <a:r>
                        <a:t>Starts SafePath journey to Home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DCE4"/>
                          </a:solidFill>
                        </a:defRPr>
                      </a:pPr>
                      <a:r>
                        <a:t>Ward card: 'In Transit (Safe)'</a:t>
                      </a:r>
                      <a:br/>
                      <a:r>
                        <a:t>Exact GPS is HIDDEN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DCE4"/>
                          </a:solidFill>
                        </a:defRPr>
                      </a:pPr>
                      <a:r>
                        <a:t>Ward card: 'In Transit (Safe)'</a:t>
                      </a:r>
                      <a:br/>
                      <a:r>
                        <a:t>Exact GPS is HIDDEN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0:45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DCE4"/>
                          </a:solidFill>
                        </a:defRPr>
                      </a:pPr>
                      <a:r>
                        <a:t>Triggers Route Detour (Caution)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DCE4"/>
                          </a:solidFill>
                        </a:defRPr>
                      </a:pPr>
                      <a:r>
                        <a:t>Status turns Amber: Detour Notice</a:t>
                      </a:r>
                      <a:br/>
                      <a:r>
                        <a:t>GPS remains protected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DCE4"/>
                          </a:solidFill>
                        </a:defRPr>
                      </a:pPr>
                      <a:r>
                        <a:t>Status turns Amber: Detour Notice</a:t>
                      </a:r>
                      <a:br/>
                      <a:r>
                        <a:t>GPS remains protected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1:20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DCE4"/>
                          </a:solidFill>
                        </a:defRPr>
                      </a:pPr>
                      <a:r>
                        <a:t>Missed Check-In (Elevated)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DCE4"/>
                          </a:solidFill>
                        </a:defRPr>
                      </a:pPr>
                      <a:r>
                        <a:t>ALERT: Approximate 1km area unlocked</a:t>
                      </a:r>
                      <a:br/>
                      <a:r>
                        <a:t>Battery: 84% shared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DCE4"/>
                          </a:solidFill>
                        </a:defRPr>
                      </a:pPr>
                      <a:r>
                        <a:t>Remains on Standby</a:t>
                      </a:r>
                      <a:br/>
                      <a:r>
                        <a:t>No alert triggered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2:00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DCE4"/>
                          </a:solidFill>
                        </a:defRPr>
                      </a:pPr>
                      <a:r>
                        <a:t>Triggers Crisis Panic SOS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DCE4"/>
                          </a:solidFill>
                        </a:defRPr>
                      </a:pPr>
                      <a:r>
                        <a:t>Full Emergency Override</a:t>
                      </a:r>
                      <a:br/>
                      <a:r>
                        <a:t>Live GPS pin + Medical data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DCE4"/>
                          </a:solidFill>
                        </a:defRPr>
                      </a:pPr>
                      <a:r>
                        <a:t>Full Emergency Override</a:t>
                      </a:r>
                      <a:br/>
                      <a:r>
                        <a:t>Live GPS pin + Medical data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2:45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DCE4"/>
                          </a:solidFill>
                        </a:defRPr>
                      </a:pPr>
                      <a:r>
                        <a:t>Taps 'I Am Safe' (De-escalate)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DCE4"/>
                          </a:solidFill>
                        </a:defRPr>
                      </a:pPr>
                      <a:r>
                        <a:t>Privacy restored instantly</a:t>
                      </a:r>
                      <a:br/>
                      <a:r>
                        <a:t>Coordinates wiped from stream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DCE4"/>
                          </a:solidFill>
                        </a:defRPr>
                      </a:pPr>
                      <a:r>
                        <a:t>Privacy restored instantly</a:t>
                      </a:r>
                      <a:br/>
                      <a:r>
                        <a:t>Coordinates wiped from stream</a:t>
                      </a:r>
                    </a:p>
                  </a:txBody>
                  <a:tcPr>
                    <a:solidFill>
                      <a:srgbClr val="1C1C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THE FUTURE  |  TEAM HELLFIRE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Roadmap &amp; Market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310896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11D48"/>
                </a:solidFill>
              </a:defRPr>
            </a:pPr>
            <a:r>
              <a:t>Phase 1: Campus Pilots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✔ University student union partnerships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✔ Campus security &amp; safe-walk escort integration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✔ Anonymous peer-escort volunteer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310896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Phase 2: Hardware &amp; OEM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✔ Android power-button triple-tap hardware trigger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✔ Wear OS &amp; smart watch haptic confirmation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✔ Emergency satellite messaging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291840" cy="310896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Phase 3: B2B Enterprise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✔ Corporate night-shift commute safety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✔ Hospitality and healthcare worker protection</a:t>
            </a:r>
          </a:p>
          <a:p>
            <a:pPr>
              <a:spcBef>
                <a:spcPts val="600"/>
              </a:spcBef>
              <a:defRPr sz="1100">
                <a:solidFill>
                  <a:srgbClr val="DCDCE4"/>
                </a:solidFill>
              </a:defRPr>
            </a:pPr>
            <a:r>
              <a:t>✔ Zero-knowledge encrypted compliance 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937760"/>
            <a:ext cx="10515600" cy="137160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02920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 b="1">
                <a:solidFill>
                  <a:srgbClr val="FFFFFF"/>
                </a:solidFill>
              </a:defRPr>
            </a:pPr>
            <a:r>
              <a:t>"SafeCircle gives women their independence back by replacing 24/7 surveillance with intelligent, progressive protection."</a:t>
            </a:r>
          </a:p>
          <a:p>
            <a:pPr>
              <a:spcBef>
                <a:spcPts val="600"/>
              </a:spcBef>
              <a:defRPr sz="1300" b="1">
                <a:solidFill>
                  <a:srgbClr val="E11D48"/>
                </a:solidFill>
              </a:defRPr>
            </a:pPr>
            <a:r>
              <a:t>Thank you!  •  Team Hellfire Club  •  Sathandhurkes &amp; Harshika  •  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